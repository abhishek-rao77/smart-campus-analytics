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 Campus Analytics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Fragmented data makes intervention arrive too 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student record connects signals that campus systems keep apart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Transparent scoring makes every intervention defensible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turns 200 records into one triage 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differentiator: test the intervention before committing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one scenario clears both risk flags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late reporting to tested intervention decisions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Analytics Demo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